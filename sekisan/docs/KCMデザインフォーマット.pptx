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akashima-yuto-site/d68be841-4a50-5410-afb9-fdf52bb655ee/scratchpad/sekisan/kcm_log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960120" cy="40325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286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452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TEMPLATE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475488" y="3310128"/>
            <a:ext cx="7223760" cy="384048"/>
          </a:xfrm>
          <a:prstGeom prst="rect">
            <a:avLst/>
          </a:prstGeom>
          <a:solidFill>
            <a:srgbClr val="E3EA61">
              <a:alpha val="75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269748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関東建設マネジメント　デザインフォーマット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コーポレートサイト・会社案内パンフレット(2026)のデザインから策定した、社内外資料の標準様式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第1.0版　2026年9月　　株式会社カイカ</a:t>
            </a:r>
            <a:endParaRPr lang="en-US" sz="1300" dirty="0"/>
          </a:p>
        </p:txBody>
      </p:sp>
      <p:pic>
        <p:nvPicPr>
          <p:cNvPr id="8" name="Image 1" descr="/tmp/claude-0/-home-user-takashima-yuto-site/d68be841-4a50-5410-afb9-fdf52bb655ee/scratchpad/sekisan/kcm_stri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52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PALETTE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8056" y="877824"/>
            <a:ext cx="2962656" cy="274320"/>
          </a:xfrm>
          <a:prstGeom prst="rect">
            <a:avLst/>
          </a:prstGeom>
          <a:solidFill>
            <a:srgbClr val="E3EA61">
              <a:alpha val="7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カラーパレット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04529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4721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KCMブルー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#045292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4173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メインカラー。見出し・罫線・チップ文字・図の主要素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B6D5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2768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KCMライム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69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#B6D55E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22199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アクセント。帯・画像フレーム・チェックマーク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26664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E3EA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0815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マーカー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74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#E3EA61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02666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見出し・キーメッセージの蛍光マーカー風ハイライト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9CD9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8862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ライトブルー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#9CD9F0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3831336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番号チップ(Qバッジ)・小見出しの下地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636008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D9E9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6908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ペールブルー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983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#D9E9F8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463600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表のヘッダー・データ行の帯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2B3C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4955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ピンク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788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#F2B3C1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063240" y="54406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サブアクセント(交互の帯・第2系統の色分け)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2910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文字色: 本文 #1C2430 ／ 補足 #5A6472 ／ 背景は白。濃色ベタは表紙・強調ボックスのみに限定する</a:t>
            </a:r>
            <a:endParaRPr lang="en-US" sz="1200" dirty="0"/>
          </a:p>
        </p:txBody>
      </p:sp>
      <p:pic>
        <p:nvPicPr>
          <p:cNvPr id="30" name="Image 0" descr="/tmp/claude-0/-home-user-takashima-yuto-site/d68be841-4a50-5410-afb9-fdf52bb655ee/scratchpad/sekisan/kcm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52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&amp; TYPOGRAPHY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8056" y="877824"/>
            <a:ext cx="2194560" cy="274320"/>
          </a:xfrm>
          <a:prstGeom prst="rect">
            <a:avLst/>
          </a:prstGeom>
          <a:solidFill>
            <a:srgbClr val="E3EA61">
              <a:alpha val="7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ロゴと文字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/>
        </p:spPr>
      </p:sp>
      <p:pic>
        <p:nvPicPr>
          <p:cNvPr id="6" name="Image 0" descr="/tmp/claude-0/-home-user-takashima-yuto-site/d68be841-4a50-5410-afb9-fdf52bb655ee/scratchpad/sekisan/kcm_log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783080"/>
            <a:ext cx="1463040" cy="6144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ロゴ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80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※本図は仮ロゴ。正式データはDropbox「関東建設マネジメントロゴ/KCM関東建設マネジメントロゴ.ai」から書き出して差し替える。表紙は左上、本文スライドでは使用しない(フッター帯が代替)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4630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92240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書体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19659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見出し：Meiryo UI 太字（印刷物は游ゴシック Medium）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本文：Meiryo UI 12〜14pt／補足 10.5pt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英語ラベル：Arial 太字・字間広め（例 NEW EMPLOYEE INTERVIEW）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数字・コード：Arial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見出しの組み方（本文スライド共通）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526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52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LABEL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8096" y="5120640"/>
            <a:ext cx="3566160" cy="292608"/>
          </a:xfrm>
          <a:prstGeom prst="rect">
            <a:avLst/>
          </a:prstGeom>
          <a:solidFill>
            <a:srgbClr val="E3EA61">
              <a:alpha val="75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800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日本語見出し(マーカー強調)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0" y="48463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英語ラベル(青・字間広め)を上に、日本語見出しに蛍光マーカー。装飾線・下線は使わない</a:t>
            </a:r>
            <a:endParaRPr lang="en-US" sz="1200" dirty="0"/>
          </a:p>
        </p:txBody>
      </p:sp>
      <p:pic>
        <p:nvPicPr>
          <p:cNvPr id="17" name="Image 1" descr="/tmp/claude-0/-home-user-takashima-yuto-site/d68be841-4a50-5410-afb9-fdf52bb655ee/scratchpad/sekisan/kcm_stri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52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SAMPLE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8056" y="877824"/>
            <a:ext cx="3730752" cy="274320"/>
          </a:xfrm>
          <a:prstGeom prst="rect">
            <a:avLst/>
          </a:prstGeom>
          <a:solidFill>
            <a:srgbClr val="E3EA61">
              <a:alpha val="7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本文スライドの見本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00200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9CD9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52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5819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ポイント見出し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96596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本文テキスト。角丸カード+白背景。カードの区切りは背景色(#F5F8FA)で表現し、枠線や色帯は使わない。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172968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9CD9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729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52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154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ポイント見出し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53872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番号チップはライトブルーの角丸+青文字。会社案内の「Qバッジ」を踏襲。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562856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745736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9CD9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7457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52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7274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ポイント見出し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5111496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強調したい語句には蛍光マーカー。色数はブルー+ライム+マーカーの3色までに抑える。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141732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D9E9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1417320"/>
            <a:ext cx="5120640" cy="109728"/>
          </a:xfrm>
          <a:prstGeom prst="rect">
            <a:avLst/>
          </a:prstGeom>
          <a:solidFill>
            <a:srgbClr val="B6D55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19202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画像・図版エリア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（上辺にライムのアクセント。会社案内の写真フレームを踏襲）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703320"/>
          <a:ext cx="51206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4529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4529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表ヘッダー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ペールブルー地+青文字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罫線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細線 #D8DDE4。太枠・二重線は使わない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4" name="Image 0" descr="/tmp/claude-0/-home-user-takashima-yuto-site/d68be841-4a50-5410-afb9-fdf52bb655ee/scratchpad/sekisan/kcm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52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8056" y="877824"/>
            <a:ext cx="6803136" cy="274320"/>
          </a:xfrm>
          <a:prstGeom prst="rect">
            <a:avLst/>
          </a:prstGeom>
          <a:solidFill>
            <a:srgbClr val="E3EA61">
              <a:alpha val="7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使用ルール（Do / Don't）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532120" cy="4206240"/>
          </a:xfrm>
          <a:prstGeom prst="roundRect">
            <a:avLst>
              <a:gd name="adj" fmla="val 1739"/>
            </a:avLst>
          </a:prstGeom>
          <a:solidFill>
            <a:srgbClr val="F5F8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52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488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白背景を基本に、ブルーは「文字・線」、ライムは「面・帯」で使い分ける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各スライド下部のライム斜線帯は全ページ共通(会社案内のフッター帯)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強調は蛍光マーカー(1スライド2箇所まで)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写真・図版は角丸+上辺ライムのフレームに統一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532120" cy="4206240"/>
          </a:xfrm>
          <a:prstGeom prst="roundRect">
            <a:avLst>
              <a:gd name="adj" fmla="val 1739"/>
            </a:avLst>
          </a:prstGeom>
          <a:solidFill>
            <a:srgbClr val="F5F8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600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488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濃紺ベタ背景の多用(表紙のみ可・本文は白)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青とライム以外の色の追加(既定のサブカラーを除く)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見出しの装飾下線・グラデーション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ロゴの変形・色替え・余白不足(高さの1/2以上の余白を確保)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適用範囲：KCM向け説明資料・マニュアル・帳票類・積算ツール等のUI。カイカ制作物はこのフォーマットに準拠する</a:t>
            </a:r>
            <a:endParaRPr lang="en-US" sz="1250" dirty="0"/>
          </a:p>
        </p:txBody>
      </p:sp>
      <p:pic>
        <p:nvPicPr>
          <p:cNvPr id="12" name="Image 0" descr="/tmp/claude-0/-home-user-takashima-yuto-site/d68be841-4a50-5410-afb9-fdf52bb655ee/scratchpad/sekisan/kcm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2026-09-06T05:14:37Z</dcterms:created>
  <dcterms:modified xsi:type="dcterms:W3CDTF">2026-09-06T05:14:37Z</dcterms:modified>
</cp:coreProperties>
</file>